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26166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Multi-modal, Sun angle and scale invariant image correspondence using Chandrayaan-2 optical images (OHRC, TMC and IIRS)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 – Space Technology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 – To be added once allotted on the SIH portal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Shevolution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Detailed explanation: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geo.align_pair scale-normalizes CH2 OHRC vs LRO NAC onto one grid; SIFT, a custom mod-π illumination-invariant descriptor, and LightGlue are then benchmarked on the same ground truth.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How it addresses the problem: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sun-angle change collapses SIFT (inliers ~1580 → single digits by 30°); LightGlue holds 80–94% grid coverage through 60°+ of sun-angle difference where classical descriptors fail.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Innovation: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fit_reliability auto-flags registrations whose inliers reduce to ≤4 unique points as untrustworthy; results export natively as an ISIS PVL control network for ISRO's jigsaw pipeline.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/>
              <a:t>Shevolution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Technologies: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Python, OpenCV, NumPy/SciPy, Shapely, PyTorch (LightGlue + SuperPoint), rasterio, pdr (PDS3/4), webgeocalc (NAIF SPICE), pvl (ISIS control-net); 188 automated pytest cases.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Methodology: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Product (CH2 OHRC | LRO NAC) → align_pair (common-grid resample) → prep (contrast-norm, mod-π orientation) → match/match_tiled (SIFT | mod-π | LightGlue, MAGSAC, sub-pixel) → metrics (RMSE, coverage, fit_reliability) → deliverable + ISIS control network.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/>
              <a:t>Shevolution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Feasibility: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188/188 automated tests pass on hand-checkable synthetic ground truth; real PDS3/PDS4 parsing and NAIF SPICE geometry confirmed end-to-end on genuine CH2/LRO data, all open-source.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Challenges and risks: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on a real CH2×LRO pair (~26.5% overlap), align_pair's single 4-corner perspective fit drifts along a long, narrow, curved-orbit strip — no trustworthy registration there yet.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Strategy: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 multi-control-point / piecewise geometric model for align_pair is the scoped next step; fit_reliability surfaces this limitation honestly instead of a false win.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/>
              <a:t>Shevolution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Potential impact on the target audience: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cuts manual tie-point selection effort in ISRO's photogrammetry pipeline for sun-angle-mismatched pairs otherwise discarded as unusable.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Benefits: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cross-mission data fusion (Chandrayaan-2 × LRO) despite differing instruments/illumination; self-verified output means no silent false positives; extensible to any georeferenced planetary matching problem.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/>
              <a:t>Shevolution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mod-π's basis: RIFT, HAPCG illumination-robust remote-sensing matching literature.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LightGlue / SuperPoint — strongest benchmarked matcher in this project's own testing.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USGS ISIS control-network (PVL) format — validated via the independent pvl parser.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PDS3 (LRO) / PDS4 (Chandrayaan-2) label specs — source formats read natively.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NAIF SPICE / WebGeocalc — real solar-geometry (incidence, subsolar azimuth) for LRO.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/>
              <a:t>Shevolution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